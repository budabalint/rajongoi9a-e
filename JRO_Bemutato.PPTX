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201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1BDBC72-E527-01A7-E3A1-126FCBF6E5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88FB3BD0-5BFE-9489-AF5C-428EB61E99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0F933F5-5F96-4973-EF02-D0AB30D3E0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F22A8-375D-4A64-8337-E1E881236698}" type="datetimeFigureOut">
              <a:rPr lang="hu-HU" smtClean="0"/>
              <a:t>2025. 01. 31.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F9E69CC-C41A-0BAD-5C6D-56C227430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84DBC46-C86F-986C-EDE2-F6AB36DBE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F846B-9763-40D1-9DB7-13FC0F1393A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901301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04E22B9-0B09-6A45-EC11-A1B2BCC5A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F32BCE2-8A01-93D2-72BC-50AE1E182B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B29D893-0260-94A3-4453-56894DBCE7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F22A8-375D-4A64-8337-E1E881236698}" type="datetimeFigureOut">
              <a:rPr lang="hu-HU" smtClean="0"/>
              <a:t>2025. 01. 31.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FC8E986-02DB-428F-0B6C-6EF06E748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98B5899-62A3-C94A-F804-37DA2B43E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F846B-9763-40D1-9DB7-13FC0F1393A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39657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E99811F-684A-C0AD-3E3C-C0374E7483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256F416-52C8-9EF8-1A1A-368C71389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42A094F-B400-332E-89EB-96BE6C4AF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F22A8-375D-4A64-8337-E1E881236698}" type="datetimeFigureOut">
              <a:rPr lang="hu-HU" smtClean="0"/>
              <a:t>2025. 01. 31.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8024239-5A20-E9E7-2292-AD8CC172B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2CF69FB-507A-87F2-E37C-26A56C57A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F846B-9763-40D1-9DB7-13FC0F1393A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50817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228EBEF-4AFE-61FA-9E9E-82A7E4A9E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68885B5-D8C3-599A-0EDB-EC74FCC460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817062E9-0A76-04C9-C38B-97A3F9F9D3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341E3F0-F004-9079-8047-9AF351523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F22A8-375D-4A64-8337-E1E881236698}" type="datetimeFigureOut">
              <a:rPr lang="hu-HU" smtClean="0"/>
              <a:t>2025. 01. 31.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3FA0B628-934F-04BC-6DF6-A3CC451E4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44333CC-089F-65ED-8550-3879F0481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F846B-9763-40D1-9DB7-13FC0F1393A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533131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FFE3319-7742-B929-13EB-DF657BAC1F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1315873-87FE-E192-E9AF-1F01A5A860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DDA08C68-3CC4-AFEB-C551-B439187659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959F71F3-673B-E93D-C2C5-19E2FD9E41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22F7EF4C-A4C6-CD45-05BA-3007C58852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C9ECC648-0923-9AA1-5A21-5BDEF36857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F22A8-375D-4A64-8337-E1E881236698}" type="datetimeFigureOut">
              <a:rPr lang="hu-HU" smtClean="0"/>
              <a:t>2025. 01. 31.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42BAE2D2-9985-A04F-38A7-7367B3A2CC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7A1EF51B-E845-B24E-2F3F-64EA6DCD7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F846B-9763-40D1-9DB7-13FC0F1393A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70958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7B009A-07AD-5601-DE39-2EFE67CBF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CC7EF28E-35C7-9FC4-A761-986EFD51C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F22A8-375D-4A64-8337-E1E881236698}" type="datetimeFigureOut">
              <a:rPr lang="hu-HU" smtClean="0"/>
              <a:t>2025. 01. 31.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2CC6855A-1D38-D83E-1EA4-893F460497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6007E81-56EE-17C3-D0E8-A438DDA9A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F846B-9763-40D1-9DB7-13FC0F1393A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805561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96E638D2-5E0F-876C-0F2E-17CF67DC9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F22A8-375D-4A64-8337-E1E881236698}" type="datetimeFigureOut">
              <a:rPr lang="hu-HU" smtClean="0"/>
              <a:t>2025. 01. 31.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7BFE7E16-62B6-EAE0-99BB-07448056F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BC0A8A5E-ABE3-6C14-F618-282E504DE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F846B-9763-40D1-9DB7-13FC0F1393A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89937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EEF210A-3C7B-1495-5428-0897F50209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22B67B5-662C-E816-3A62-A9B8806E8E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678D0EAB-A436-84D5-C91A-36A8CD8B63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1D41226-67CA-CF74-88F8-FDA7E120C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F22A8-375D-4A64-8337-E1E881236698}" type="datetimeFigureOut">
              <a:rPr lang="hu-HU" smtClean="0"/>
              <a:t>2025. 01. 31.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7104FF39-EEAD-8860-8FC9-F6E12097E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AE9FE795-23B3-2C2D-F94A-002D699A2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F846B-9763-40D1-9DB7-13FC0F1393A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545775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A76782A-CB95-A957-B3B0-96C4C28AF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418D0121-DA20-9F99-A7CA-129B748782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34CE9A3E-1305-F958-C293-5B842D4022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700F9CA-07CF-C62A-7113-D3D5518B5F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F22A8-375D-4A64-8337-E1E881236698}" type="datetimeFigureOut">
              <a:rPr lang="hu-HU" smtClean="0"/>
              <a:t>2025. 01. 31.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3B41AEAF-9A8C-C49A-F9F2-416E6D2D9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FAF20D86-04A4-5C58-B378-1F81FB2AF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F846B-9763-40D1-9DB7-13FC0F1393A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69544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D0BD48-B327-C256-13ED-AA4BFFC80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89F521E0-8B0E-2959-A48E-303FE95AA5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F1B3FB5-1A7B-CE48-7ECE-217FC3F25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F22A8-375D-4A64-8337-E1E881236698}" type="datetimeFigureOut">
              <a:rPr lang="hu-HU" smtClean="0"/>
              <a:t>2025. 01. 31.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20D11F6-5411-9D80-CEB3-C8FA38C2B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09F3817-F13E-1776-0CD0-146273C73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F846B-9763-40D1-9DB7-13FC0F1393A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260561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FFC2D647-8365-509B-DC7F-DCA73AB0E9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05B73EFF-D906-43D4-F1D4-09E07C15F7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1ACD2ED-7FE5-B6C3-4FB0-807A8AE4A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F22A8-375D-4A64-8337-E1E881236698}" type="datetimeFigureOut">
              <a:rPr lang="hu-HU" smtClean="0"/>
              <a:t>2025. 01. 31.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760AB8E-5C0F-3F4E-1796-A2CCC5289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D391CBF-BA00-F8AC-CE1B-66A9CC21E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F846B-9763-40D1-9DB7-13FC0F1393A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51834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3AB0C992-3A93-A91B-E7A2-61171A9D7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41DD1C63-66B2-D687-AB02-76196FBB15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B4A2099-A656-ED2C-D458-8BC31F00EB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8F22A8-375D-4A64-8337-E1E881236698}" type="datetimeFigureOut">
              <a:rPr lang="hu-HU" smtClean="0"/>
              <a:t>2025. 01. 31.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6B715345-987E-F68D-0A1F-5E1AB2FF10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39F8813-DAB7-25B7-93C8-CDE868BEB1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2F846B-9763-40D1-9DB7-13FC0F1393A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82476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ím 1">
            <a:extLst>
              <a:ext uri="{FF2B5EF4-FFF2-40B4-BE49-F238E27FC236}">
                <a16:creationId xmlns:a16="http://schemas.microsoft.com/office/drawing/2014/main" id="{3B4ED30A-F789-AE5D-EB5F-0420C2F23C22}"/>
              </a:ext>
            </a:extLst>
          </p:cNvPr>
          <p:cNvSpPr txBox="1">
            <a:spLocks/>
          </p:cNvSpPr>
          <p:nvPr/>
        </p:nvSpPr>
        <p:spPr>
          <a:xfrm>
            <a:off x="4055011" y="-1200442"/>
            <a:ext cx="4081976" cy="98708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6600" dirty="0">
                <a:solidFill>
                  <a:schemeClr val="tx1"/>
                </a:solidFill>
                <a:latin typeface="Bahnschrift SemiBold" panose="020B0502040204020203" pitchFamily="34" charset="0"/>
              </a:rPr>
              <a:t>Bevezetés</a:t>
            </a: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FF297F4-3E4B-3D1E-BCE2-5996870EF1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85181" y="930420"/>
            <a:ext cx="7821637" cy="1901875"/>
          </a:xfr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rmAutofit fontScale="90000"/>
          </a:bodyPr>
          <a:lstStyle/>
          <a:p>
            <a:r>
              <a:rPr lang="hu-HU" sz="6600" dirty="0">
                <a:solidFill>
                  <a:schemeClr val="tx1"/>
                </a:solidFill>
                <a:latin typeface="Bahnschrift SemiBold" panose="020B0502040204020203" pitchFamily="34" charset="0"/>
              </a:rPr>
              <a:t>Jedlik rajongói oldal bemutatása</a:t>
            </a:r>
          </a:p>
        </p:txBody>
      </p:sp>
    </p:spTree>
    <p:extLst>
      <p:ext uri="{BB962C8B-B14F-4D97-AF65-F5344CB8AC3E}">
        <p14:creationId xmlns:p14="http://schemas.microsoft.com/office/powerpoint/2010/main" val="28591445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F645B9-81DC-A557-87F6-528B1FF33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FAD42B9-EC79-266B-741F-65D97AD556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85181" y="-1995660"/>
            <a:ext cx="7821637" cy="1901875"/>
          </a:xfr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rmAutofit fontScale="90000"/>
          </a:bodyPr>
          <a:lstStyle/>
          <a:p>
            <a:r>
              <a:rPr lang="hu-HU" sz="6600" dirty="0">
                <a:solidFill>
                  <a:schemeClr val="tx1"/>
                </a:solidFill>
                <a:latin typeface="Bahnschrift SemiBold" panose="020B0502040204020203" pitchFamily="34" charset="0"/>
              </a:rPr>
              <a:t>Jedlik rajongói oldal bemutatása</a:t>
            </a:r>
          </a:p>
        </p:txBody>
      </p:sp>
      <p:sp>
        <p:nvSpPr>
          <p:cNvPr id="3" name="Cím 1">
            <a:extLst>
              <a:ext uri="{FF2B5EF4-FFF2-40B4-BE49-F238E27FC236}">
                <a16:creationId xmlns:a16="http://schemas.microsoft.com/office/drawing/2014/main" id="{CB191E77-B6DB-63AE-5202-F1394BF93B1A}"/>
              </a:ext>
            </a:extLst>
          </p:cNvPr>
          <p:cNvSpPr txBox="1">
            <a:spLocks/>
          </p:cNvSpPr>
          <p:nvPr/>
        </p:nvSpPr>
        <p:spPr>
          <a:xfrm>
            <a:off x="4055012" y="1083213"/>
            <a:ext cx="4081976" cy="98708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6600" dirty="0">
                <a:solidFill>
                  <a:schemeClr val="tx1"/>
                </a:solidFill>
                <a:latin typeface="Bahnschrift SemiBold" panose="020B0502040204020203" pitchFamily="34" charset="0"/>
              </a:rPr>
              <a:t>Bevezetés</a:t>
            </a:r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BEF89714-40F6-0052-7D42-6314C7605C1B}"/>
              </a:ext>
            </a:extLst>
          </p:cNvPr>
          <p:cNvSpPr txBox="1">
            <a:spLocks/>
          </p:cNvSpPr>
          <p:nvPr/>
        </p:nvSpPr>
        <p:spPr>
          <a:xfrm>
            <a:off x="4055011" y="-1209822"/>
            <a:ext cx="4081976" cy="98708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6600" dirty="0">
                <a:solidFill>
                  <a:schemeClr val="tx1"/>
                </a:solidFill>
                <a:latin typeface="Bahnschrift SemiBold" panose="020B0502040204020203" pitchFamily="34" charset="0"/>
              </a:rPr>
              <a:t>Nyelvek</a:t>
            </a:r>
          </a:p>
        </p:txBody>
      </p:sp>
    </p:spTree>
    <p:extLst>
      <p:ext uri="{BB962C8B-B14F-4D97-AF65-F5344CB8AC3E}">
        <p14:creationId xmlns:p14="http://schemas.microsoft.com/office/powerpoint/2010/main" val="19356974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E5C56A-BF7E-1359-4C41-2416931BA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1">
            <a:extLst>
              <a:ext uri="{FF2B5EF4-FFF2-40B4-BE49-F238E27FC236}">
                <a16:creationId xmlns:a16="http://schemas.microsoft.com/office/drawing/2014/main" id="{A08F668E-29B5-16D8-DC3A-545F07C36BD8}"/>
              </a:ext>
            </a:extLst>
          </p:cNvPr>
          <p:cNvSpPr txBox="1">
            <a:spLocks/>
          </p:cNvSpPr>
          <p:nvPr/>
        </p:nvSpPr>
        <p:spPr>
          <a:xfrm>
            <a:off x="4055012" y="-1209822"/>
            <a:ext cx="4081976" cy="98708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6600" dirty="0">
                <a:solidFill>
                  <a:schemeClr val="tx1"/>
                </a:solidFill>
                <a:latin typeface="Bahnschrift SemiBold" panose="020B0502040204020203" pitchFamily="34" charset="0"/>
              </a:rPr>
              <a:t>Bevezetés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118CE0CA-DA3A-7E9E-4248-D410BB5AC7F8}"/>
              </a:ext>
            </a:extLst>
          </p:cNvPr>
          <p:cNvSpPr txBox="1">
            <a:spLocks/>
          </p:cNvSpPr>
          <p:nvPr/>
        </p:nvSpPr>
        <p:spPr>
          <a:xfrm>
            <a:off x="4055012" y="597878"/>
            <a:ext cx="4081976" cy="98708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6600" dirty="0">
                <a:solidFill>
                  <a:schemeClr val="tx1"/>
                </a:solidFill>
                <a:latin typeface="Bahnschrift SemiBold" panose="020B0502040204020203" pitchFamily="34" charset="0"/>
              </a:rPr>
              <a:t>Nyelvek</a:t>
            </a:r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C71CD40B-9ADD-8A54-7B0A-C99149463BC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92" t="8306" r="9390" b="8179"/>
          <a:stretch/>
        </p:blipFill>
        <p:spPr>
          <a:xfrm>
            <a:off x="1765949" y="1927271"/>
            <a:ext cx="8660101" cy="4285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56730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13</Words>
  <Application>Microsoft Office PowerPoint</Application>
  <PresentationFormat>Szélesvásznú</PresentationFormat>
  <Paragraphs>7</Paragraphs>
  <Slides>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Bahnschrift SemiBold</vt:lpstr>
      <vt:lpstr>Office-téma</vt:lpstr>
      <vt:lpstr>Jedlik rajongói oldal bemutatása</vt:lpstr>
      <vt:lpstr>Jedlik rajongói oldal bemutatása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tamas.csehi@sulid.hu</dc:creator>
  <cp:lastModifiedBy>tamas.csehi@sulid.hu</cp:lastModifiedBy>
  <cp:revision>3</cp:revision>
  <dcterms:created xsi:type="dcterms:W3CDTF">2025-01-31T20:52:53Z</dcterms:created>
  <dcterms:modified xsi:type="dcterms:W3CDTF">2025-01-31T21:22:26Z</dcterms:modified>
</cp:coreProperties>
</file>